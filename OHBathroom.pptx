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56" r:id="rId5"/>
    <p:sldId id="271" r:id="rId6"/>
    <p:sldId id="279" r:id="rId7"/>
    <p:sldId id="281" r:id="rId8"/>
    <p:sldId id="282" r:id="rId9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41" autoAdjust="0"/>
  </p:normalViewPr>
  <p:slideViewPr>
    <p:cSldViewPr snapToGrid="0">
      <p:cViewPr varScale="1">
        <p:scale>
          <a:sx n="54" d="100"/>
          <a:sy n="54" d="100"/>
        </p:scale>
        <p:origin x="826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9A22203-C483-42FA-8700-B681F6F01B4D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2021/7/17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56C02CB6-EC10-40FB-BF56-67DDAFB1AB77}" type="datetime1">
              <a:rPr lang="zh-TW" altLang="en-US" noProof="0" smtClean="0"/>
              <a:t>2021/7/17</a:t>
            </a:fld>
            <a:endParaRPr lang="zh-TW" altLang="en-US" noProof="0" dirty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 dirty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F61EA0F-A667-4B49-8422-0062BC55E249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zh-TW" smtClean="0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noProof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TW" smtClean="0"/>
              <a:pPr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93676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noProof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TW" smtClean="0"/>
              <a:pPr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21971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noProof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TW" smtClean="0"/>
              <a:pPr/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52163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sz="18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zh-TW" altLang="en-US" sz="18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12" name="直線接點​​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內容預留位置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按一下以編輯母片文字樣式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第二層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第三層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第四層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第五層</a:t>
            </a:r>
            <a:endParaRPr lang="zh-TW" altLang="en-US" noProof="0" dirty="0"/>
          </a:p>
        </p:txBody>
      </p:sp>
      <p:sp>
        <p:nvSpPr>
          <p:cNvPr id="6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B24FFDF-C44B-4BC6-8CC2-3E2CCA5CBAD2}" type="datetime1">
              <a:rPr lang="zh-TW" altLang="en-US" smtClean="0"/>
              <a:t>2021/7/17</a:t>
            </a:fld>
            <a:endParaRPr lang="zh-TW" altLang="en-US" dirty="0"/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8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9860EDB8-5305-433F-BE41-D7A86D811DB3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sz="18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0" name="矩形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sz="18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按一下以編輯母片文字樣式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第二層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第三層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第四層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第五層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zh-TW" altLang="en-US" sz="1800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預留位置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70FC83EE-73F1-46EA-BC6E-B26AE4225C74}" type="datetime1">
              <a:rPr lang="zh-TW" altLang="en-US" noProof="0" smtClean="0"/>
              <a:t>2021/7/17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9860EDB8-5305-433F-BE41-D7A86D811DB3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cxnSp>
        <p:nvCxnSpPr>
          <p:cNvPr id="8" name="直線接點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zh-TW" sz="4800" dirty="0" err="1">
                <a:solidFill>
                  <a:schemeClr val="bg1"/>
                </a:solidFill>
              </a:rPr>
              <a:t>OH~Bathroom</a:t>
            </a:r>
            <a:r>
              <a:rPr lang="en-US" altLang="zh-TW" sz="4800" dirty="0">
                <a:solidFill>
                  <a:schemeClr val="bg1"/>
                </a:solidFill>
              </a:rPr>
              <a:t>~</a:t>
            </a:r>
          </a:p>
        </p:txBody>
      </p:sp>
      <p:pic>
        <p:nvPicPr>
          <p:cNvPr id="4" name="圖片 3" descr="PowerPoint 標誌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907283" y="5209538"/>
            <a:ext cx="2474189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70807" y="1385113"/>
            <a:ext cx="6379583" cy="4011113"/>
          </a:xfrm>
          <a:prstGeom prst="rect">
            <a:avLst/>
          </a:prstGeom>
        </p:spPr>
      </p:pic>
      <p:sp>
        <p:nvSpPr>
          <p:cNvPr id="38" name="內容預留位置 17"/>
          <p:cNvSpPr txBox="1">
            <a:spLocks/>
          </p:cNvSpPr>
          <p:nvPr/>
        </p:nvSpPr>
        <p:spPr>
          <a:xfrm>
            <a:off x="541610" y="1524708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rtl="0">
              <a:lnSpc>
                <a:spcPct val="100000"/>
              </a:lnSpc>
              <a:spcAft>
                <a:spcPts val="600"/>
              </a:spcAft>
              <a:buNone/>
              <a:defRPr/>
            </a:pPr>
            <a:r>
              <a:rPr lang="en-US" altLang="zh-TW" sz="3600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Segoe UI" panose="020B0502040204020203" pitchFamily="34" charset="0"/>
              </a:rPr>
              <a:t>It can make your storage more convenient and save the cost of buying cabinets.</a:t>
            </a:r>
            <a:endParaRPr lang="zh-TW" altLang="en-US" sz="3600" dirty="0">
              <a:latin typeface="Microsoft JhengHei UI" panose="020B0604030504040204" pitchFamily="34" charset="-120"/>
              <a:ea typeface="Microsoft JhengHei UI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DB0C6D-310A-48FA-B63C-97EDF1AE2A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21207" y="442362"/>
            <a:ext cx="3844001" cy="651468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4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Arial Unicode MS"/>
                <a:ea typeface="inherit"/>
              </a:rPr>
              <a:t>Built-in cabinet</a:t>
            </a:r>
            <a:r>
              <a:rPr kumimoji="0" lang="zh-TW" altLang="zh-TW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TW" altLang="zh-TW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內容預留位置 17"/>
          <p:cNvSpPr txBox="1">
            <a:spLocks/>
          </p:cNvSpPr>
          <p:nvPr/>
        </p:nvSpPr>
        <p:spPr>
          <a:xfrm>
            <a:off x="541609" y="1455491"/>
            <a:ext cx="5183167" cy="47258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lnSpc>
                <a:spcPct val="100000"/>
              </a:lnSpc>
              <a:spcAft>
                <a:spcPts val="2000"/>
              </a:spcAft>
              <a:buNone/>
            </a:pPr>
            <a:r>
              <a:rPr lang="en-US" altLang="zh-TW" sz="3200" dirty="0">
                <a:latin typeface="Microsoft JhengHei UI" panose="020B0604030504040204" pitchFamily="34" charset="-120"/>
                <a:ea typeface="Microsoft JhengHei UI" panose="020B0604030504040204" pitchFamily="34" charset="-120"/>
                <a:cs typeface="Segoe UI" panose="020B0502040204020203" pitchFamily="34" charset="0"/>
              </a:rPr>
              <a:t>It will make the bathroom more comfortable and there will be no water everywhere.</a:t>
            </a:r>
            <a:endParaRPr lang="zh-TW" altLang="en-US" sz="3200" dirty="0">
              <a:latin typeface="Microsoft JhengHei UI" panose="020B0604030504040204" pitchFamily="34" charset="-120"/>
              <a:ea typeface="Microsoft JhengHei UI" panose="020B0604030504040204" pitchFamily="34" charset="-120"/>
              <a:cs typeface="Segoe UI" panose="020B0502040204020203" pitchFamily="34" charset="0"/>
            </a:endParaRPr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67225" y="1647974"/>
            <a:ext cx="5193223" cy="345876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16485F-F166-4434-8A83-3AC36A3D72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41609" y="433218"/>
            <a:ext cx="5947141" cy="651468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4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Arial Unicode MS"/>
                <a:ea typeface="inherit"/>
              </a:rPr>
              <a:t>Dry and wet separation</a:t>
            </a:r>
            <a:r>
              <a:rPr kumimoji="0" lang="zh-TW" altLang="zh-TW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TW" altLang="zh-TW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 rtl="0"/>
            <a:r>
              <a:rPr lang="en-US" altLang="zh-TW" sz="44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sound</a:t>
            </a:r>
            <a:endParaRPr lang="zh-TW" altLang="en-US" sz="4400" dirty="0">
              <a:cs typeface="Segoe UI Light" panose="020B0502040204020203" pitchFamily="34" charset="0"/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sz="half" idx="4294967295"/>
          </p:nvPr>
        </p:nvSpPr>
        <p:spPr>
          <a:xfrm>
            <a:off x="541610" y="1431010"/>
            <a:ext cx="5221828" cy="47908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rtl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altLang="zh-TW" sz="4000" dirty="0">
                <a:solidFill>
                  <a:prstClr val="black">
                    <a:lumMod val="75000"/>
                    <a:lumOff val="25000"/>
                  </a:prstClr>
                </a:solidFill>
                <a:cs typeface="Segoe UI" panose="020B0502040204020203" pitchFamily="34" charset="0"/>
              </a:rPr>
              <a:t>It can make you more relaxed and rest in the shower, but I don't know why he installed two speakers.</a:t>
            </a:r>
            <a:endParaRPr lang="zh-TW" altLang="en-US" sz="4000" dirty="0">
              <a:solidFill>
                <a:prstClr val="black">
                  <a:lumMod val="75000"/>
                  <a:lumOff val="25000"/>
                </a:prstClr>
              </a:solidFill>
              <a:cs typeface="Segoe UI" panose="020B0502040204020203" pitchFamily="34" charset="0"/>
            </a:endParaRPr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C0290512-EBF0-4DE4-B82B-66FF9F7EAD18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 rotWithShape="1">
          <a:blip r:embed="rId3"/>
          <a:srcRect b="11812"/>
          <a:stretch/>
        </p:blipFill>
        <p:spPr>
          <a:xfrm>
            <a:off x="5910263" y="1494560"/>
            <a:ext cx="5573734" cy="4915384"/>
          </a:xfr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EFB977CA-744F-4449-A6A7-6A058B11B9EB}"/>
              </a:ext>
            </a:extLst>
          </p:cNvPr>
          <p:cNvSpPr txBox="1"/>
          <p:nvPr/>
        </p:nvSpPr>
        <p:spPr>
          <a:xfrm>
            <a:off x="8458200" y="1920240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i="0" dirty="0">
                <a:effectLst/>
                <a:latin typeface="-apple-system"/>
              </a:rPr>
              <a:t>KOHLER</a:t>
            </a:r>
            <a:r>
              <a:rPr lang="zh-TW" altLang="en-US" sz="2400" b="1" i="0" dirty="0">
                <a:effectLst/>
                <a:latin typeface="-apple-system"/>
              </a:rPr>
              <a:t> 衛浴</a:t>
            </a:r>
            <a:endParaRPr lang="en-US" altLang="zh-TW" sz="2400" b="1" i="0" dirty="0">
              <a:effectLst/>
              <a:latin typeface="-apple-system"/>
            </a:endParaRPr>
          </a:p>
          <a:p>
            <a:r>
              <a:rPr lang="zh-TW" altLang="en-US" sz="2400" b="1" i="0" dirty="0">
                <a:effectLst/>
                <a:latin typeface="-apple-system"/>
              </a:rPr>
              <a:t>所推出</a:t>
            </a:r>
            <a:r>
              <a:rPr lang="zh-TW" altLang="en-US" sz="2400" b="1" dirty="0">
                <a:latin typeface="-apple-system"/>
              </a:rPr>
              <a:t>之喇叭</a:t>
            </a:r>
            <a:endParaRPr lang="zh-TW" altLang="en-US" sz="2400" b="1" dirty="0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46F6410A-7495-417A-962C-672BEC027C1B}"/>
              </a:ext>
            </a:extLst>
          </p:cNvPr>
          <p:cNvCxnSpPr/>
          <p:nvPr/>
        </p:nvCxnSpPr>
        <p:spPr>
          <a:xfrm flipH="1">
            <a:off x="6665976" y="2157984"/>
            <a:ext cx="1627632" cy="12710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1ADD338-FC73-4CEB-92FE-18E423A0A252}"/>
              </a:ext>
            </a:extLst>
          </p:cNvPr>
          <p:cNvSpPr txBox="1"/>
          <p:nvPr/>
        </p:nvSpPr>
        <p:spPr>
          <a:xfrm>
            <a:off x="10396728" y="43068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F94E247-0812-4F6B-AD9A-F719AC522275}"/>
              </a:ext>
            </a:extLst>
          </p:cNvPr>
          <p:cNvSpPr txBox="1"/>
          <p:nvPr/>
        </p:nvSpPr>
        <p:spPr>
          <a:xfrm>
            <a:off x="9097574" y="3205865"/>
            <a:ext cx="23864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0" dirty="0" err="1">
                <a:solidFill>
                  <a:srgbClr val="333333"/>
                </a:solidFill>
                <a:effectLst/>
                <a:latin typeface="Source Sans Pro" panose="020B0604020202020204" pitchFamily="34" charset="0"/>
              </a:rPr>
              <a:t>TaoTronics</a:t>
            </a:r>
            <a:r>
              <a:rPr lang="en-US" altLang="zh-TW" b="1" i="0" dirty="0">
                <a:solidFill>
                  <a:srgbClr val="333333"/>
                </a:solidFill>
                <a:effectLst/>
                <a:latin typeface="Source Sans Pro" panose="020B0604020202020204" pitchFamily="34" charset="0"/>
              </a:rPr>
              <a:t> TT-SK03</a:t>
            </a:r>
          </a:p>
          <a:p>
            <a:r>
              <a:rPr lang="en-US" altLang="zh-TW" b="1" i="0" dirty="0">
                <a:solidFill>
                  <a:srgbClr val="333333"/>
                </a:solidFill>
                <a:effectLst/>
                <a:latin typeface="Source Sans Pro" panose="020B0604020202020204" pitchFamily="34" charset="0"/>
              </a:rPr>
              <a:t> </a:t>
            </a:r>
            <a:r>
              <a:rPr lang="zh-TW" altLang="en-US" b="1" i="0" dirty="0">
                <a:solidFill>
                  <a:srgbClr val="333333"/>
                </a:solidFill>
                <a:effectLst/>
                <a:latin typeface="Source Sans Pro" panose="020B0604020202020204" pitchFamily="34" charset="0"/>
              </a:rPr>
              <a:t>浴室藍牙喇叭</a:t>
            </a: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862C74CF-974D-42E5-8F92-1FF5603035D5}"/>
              </a:ext>
            </a:extLst>
          </p:cNvPr>
          <p:cNvCxnSpPr/>
          <p:nvPr/>
        </p:nvCxnSpPr>
        <p:spPr>
          <a:xfrm flipH="1">
            <a:off x="10290785" y="3685032"/>
            <a:ext cx="526567" cy="73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F22CD59-A963-4263-AE2E-237274E67E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8524"/>
          <a:stretch/>
        </p:blipFill>
        <p:spPr>
          <a:xfrm>
            <a:off x="1159191" y="458628"/>
            <a:ext cx="9499283" cy="594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519806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715132_TF10001108.potx" id="{2936D2D2-BC60-48FB-9A7C-05EC47E6CC79}" vid="{78682B59-A957-44C7-AAB7-10BBFA6A1ABE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8a52e8c320b9a064ae3583ae3861c9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8020cb39231a0945110f9cd888b521a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7FC771-7DFE-49DA-B577-71181BFBCB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50072C5-DDE0-4258-BA7A-4D4B80DFA632}">
  <ds:schemaRefs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16c05727-aa75-4e4a-9b5f-8a80a1165891"/>
    <ds:schemaRef ds:uri="http://www.w3.org/XML/1998/namespace"/>
    <ds:schemaRef ds:uri="71af3243-3dd4-4a8d-8c0d-dd76da1f02a5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EE8C63A-4744-4DE4-BB49-0FF0B5375C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{FCF60EE5-4FDD-4641-80E9-E7ED05E9EE45}tf10001108_win32</Template>
  <TotalTime>43</TotalTime>
  <Words>84</Words>
  <Application>Microsoft Office PowerPoint</Application>
  <PresentationFormat>寬螢幕</PresentationFormat>
  <Paragraphs>15</Paragraphs>
  <Slides>5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3" baseType="lpstr">
      <vt:lpstr>-apple-system</vt:lpstr>
      <vt:lpstr>Arial Unicode MS</vt:lpstr>
      <vt:lpstr>Microsoft JhengHei UI</vt:lpstr>
      <vt:lpstr>Microsoft YaHei</vt:lpstr>
      <vt:lpstr>Arial</vt:lpstr>
      <vt:lpstr>Segoe UI</vt:lpstr>
      <vt:lpstr>Source Sans Pro</vt:lpstr>
      <vt:lpstr>WelcomeDoc</vt:lpstr>
      <vt:lpstr>OH~Bathroom~</vt:lpstr>
      <vt:lpstr>Built-in cabinet </vt:lpstr>
      <vt:lpstr>Dry and wet separation </vt:lpstr>
      <vt:lpstr>sound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歡迎使用 PowerPoint</dc:title>
  <dc:creator>信緯 李</dc:creator>
  <cp:keywords/>
  <cp:lastModifiedBy>信緯 李</cp:lastModifiedBy>
  <cp:revision>5</cp:revision>
  <dcterms:created xsi:type="dcterms:W3CDTF">2021-07-17T12:30:26Z</dcterms:created>
  <dcterms:modified xsi:type="dcterms:W3CDTF">2021-07-17T13:13:47Z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